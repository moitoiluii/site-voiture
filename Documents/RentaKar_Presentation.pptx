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2" r:id="rId9"/>
    <p:sldId id="263" r:id="rId10"/>
    <p:sldId id="264" r:id="rId11"/>
    <p:sldId id="265" r:id="rId12"/>
    <p:sldId id="266" r:id="rId13"/>
    <p:sldId id="270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9000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E4C2D-A185-2B1E-6B23-54D0F5C47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7F1704-90A9-47E3-6B31-D68E7FA048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6E4F99-A328-2583-D933-908B3C3F7E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8ECE1-1F51-793D-B1FD-DD8760C99A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6416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40552-0560-2C1D-4E33-736CB629A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BE3E6B-3469-2FA2-40D6-D470F1F6A4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B67B17-C2A8-1FF9-1FCD-468F812B55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AECEE7-D98E-F7BD-F7E4-019C99C550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5518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45720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7373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RentaKar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914400" y="2697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4A7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meilleur ou rien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914400" y="34290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étudiant – Développement Web dynamique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 Nanterre Université – HTML / CSS / JavaScript / PHP / MySQL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200400" y="3337560"/>
            <a:ext cx="2743200" cy="27432"/>
          </a:xfrm>
          <a:prstGeom prst="rect">
            <a:avLst/>
          </a:prstGeom>
          <a:solidFill>
            <a:srgbClr val="4A7FA7"/>
          </a:solidFill>
          <a:ln w="12700">
            <a:solidFill>
              <a:srgbClr val="4A7F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EBE51662-EB82-E523-53AA-A9B1E8FA18A9}"/>
              </a:ext>
            </a:extLst>
          </p:cNvPr>
          <p:cNvSpPr/>
          <p:nvPr/>
        </p:nvSpPr>
        <p:spPr>
          <a:xfrm>
            <a:off x="177800" y="4251960"/>
            <a:ext cx="178785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CISSOKHO Mohamed, BOUYAHIA Ilyess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64008" cy="1005840"/>
          </a:xfrm>
          <a:prstGeom prst="rect">
            <a:avLst/>
          </a:prstGeom>
          <a:solidFill>
            <a:srgbClr val="4A7FA7"/>
          </a:solidFill>
          <a:ln w="12700">
            <a:solidFill>
              <a:srgbClr val="4A7F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66928" y="1234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7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1188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RentaKar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6276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 objectifs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40233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64008" cy="1005840"/>
          </a:xfrm>
          <a:prstGeom prst="rect">
            <a:avLst/>
          </a:prstGeom>
          <a:solidFill>
            <a:srgbClr val="4A7FA7"/>
          </a:solidFill>
          <a:ln w="12700">
            <a:solidFill>
              <a:srgbClr val="4A7F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956048" y="12344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7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0" y="11887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 général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0" y="16276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et technologies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40233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64008" cy="1005840"/>
          </a:xfrm>
          <a:prstGeom prst="rect">
            <a:avLst/>
          </a:prstGeom>
          <a:solidFill>
            <a:srgbClr val="4A7FA7"/>
          </a:solidFill>
          <a:ln w="12700">
            <a:solidFill>
              <a:srgbClr val="4A7F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66928" y="24688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7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97280" y="24231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pages du site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8620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utilisateur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2331720"/>
            <a:ext cx="40233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4846320" y="2331720"/>
            <a:ext cx="64008" cy="1005840"/>
          </a:xfrm>
          <a:prstGeom prst="rect">
            <a:avLst/>
          </a:prstGeom>
          <a:solidFill>
            <a:srgbClr val="4A7FA7"/>
          </a:solidFill>
          <a:ln w="12700">
            <a:solidFill>
              <a:srgbClr val="4A7F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956048" y="24688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7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86400" y="24231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0" y="28620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et structure SQL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566160"/>
            <a:ext cx="40233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57200" y="3566160"/>
            <a:ext cx="64008" cy="1005840"/>
          </a:xfrm>
          <a:prstGeom prst="rect">
            <a:avLst/>
          </a:prstGeom>
          <a:solidFill>
            <a:srgbClr val="4A7FA7"/>
          </a:solidFill>
          <a:ln w="12700">
            <a:solidFill>
              <a:srgbClr val="4A7F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566928" y="37033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7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97280" y="3657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principales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40965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Réservation, admin, sécurité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3566160"/>
            <a:ext cx="40233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4846320" y="3566160"/>
            <a:ext cx="64008" cy="1005840"/>
          </a:xfrm>
          <a:prstGeom prst="rect">
            <a:avLst/>
          </a:prstGeom>
          <a:solidFill>
            <a:srgbClr val="4A7FA7"/>
          </a:solidFill>
          <a:ln w="12700">
            <a:solidFill>
              <a:srgbClr val="4A7F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956048" y="37033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7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486400" y="3657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&amp; apprentissages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0" y="40965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d'expérience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Le projet RentaKar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20040" cy="320040"/>
          </a:xfrm>
          <a:prstGeom prst="ellipse">
            <a:avLst/>
          </a:prstGeom>
          <a:solidFill>
            <a:srgbClr val="4A7FA7"/>
          </a:solidFill>
          <a:ln w="12700">
            <a:solidFill>
              <a:srgbClr val="4A7F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896112" y="10058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de location de voitures en ligne, réalisé dans le cadre d'un projet étudiant à Paris Nanterre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320040" cy="320040"/>
          </a:xfrm>
          <a:prstGeom prst="ellipse">
            <a:avLst/>
          </a:prstGeom>
          <a:solidFill>
            <a:srgbClr val="4A7FA7"/>
          </a:solidFill>
          <a:ln w="12700">
            <a:solidFill>
              <a:srgbClr val="4A7F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896112" y="18745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complète d'un service réel : catalogue, réservation, gestion des comptes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320040" cy="320040"/>
          </a:xfrm>
          <a:prstGeom prst="ellipse">
            <a:avLst/>
          </a:prstGeom>
          <a:solidFill>
            <a:srgbClr val="4A7FA7"/>
          </a:solidFill>
          <a:ln w="12700">
            <a:solidFill>
              <a:srgbClr val="4A7F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896112" y="27432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véhicules disponibles : citadines, berlines premium, SUV et supercars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657600"/>
            <a:ext cx="320040" cy="320040"/>
          </a:xfrm>
          <a:prstGeom prst="ellipse">
            <a:avLst/>
          </a:prstGeom>
          <a:solidFill>
            <a:srgbClr val="4A7FA7"/>
          </a:solidFill>
          <a:ln w="12700">
            <a:solidFill>
              <a:srgbClr val="4A7F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896112" y="36118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Slogan : « Le meilleur ou rien »</a:t>
            </a:r>
            <a:endParaRPr lang="en-US" sz="13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914400"/>
            <a:ext cx="3840480" cy="3474720"/>
          </a:xfrm>
          <a:prstGeom prst="rect">
            <a:avLst/>
          </a:prstGeom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Fonctionnement général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7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utilisées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931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594360" y="153619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45920" y="153619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et mise en page responsive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57984"/>
            <a:ext cx="3931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594360" y="218541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45920" y="2185416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Popups, avis dynamiques, calculs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07208"/>
            <a:ext cx="3931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594360" y="28346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45920" y="28346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serveur, sessions, logique métier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456432"/>
            <a:ext cx="3931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594360" y="348386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45920" y="3483864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des utilisateurs et réservations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105656"/>
            <a:ext cx="39319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594360" y="413308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45920" y="413308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BDD sécurisée, requêtes préparées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7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utilisateur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46320" y="1600200"/>
            <a:ext cx="320040" cy="320040"/>
          </a:xfrm>
          <a:prstGeom prst="ellipse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846320" y="1600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57800" y="1581912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— </a:t>
            </a:r>
            <a:r>
              <a:rPr lang="en-US" sz="1200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compte sécurisé (hash bcrypt)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2249424"/>
            <a:ext cx="320040" cy="320040"/>
          </a:xfrm>
          <a:prstGeom prst="ellipse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846320" y="22494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57800" y="2231136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— </a:t>
            </a:r>
            <a:r>
              <a:rPr lang="en-US" sz="1200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PHP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2898648"/>
            <a:ext cx="320040" cy="320040"/>
          </a:xfrm>
          <a:prstGeom prst="ellipse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846320" y="28986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57800" y="288036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— </a:t>
            </a:r>
            <a:r>
              <a:rPr lang="en-US" sz="1200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des 15 véhicules disponibles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3547872"/>
            <a:ext cx="320040" cy="320040"/>
          </a:xfrm>
          <a:prstGeom prst="ellipse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846320" y="35478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57800" y="3529584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 — </a:t>
            </a:r>
            <a:r>
              <a:rPr lang="en-US" sz="1200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avec vérification de disponibilité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46320" y="4197096"/>
            <a:ext cx="320040" cy="320040"/>
          </a:xfrm>
          <a:prstGeom prst="ellipse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846320" y="41970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57800" y="4178808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— </a:t>
            </a:r>
            <a:r>
              <a:rPr lang="en-US" sz="1200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+ calcul du prix total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Code source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35204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54880" y="868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3212218" y="16230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du code de </a:t>
            </a:r>
            <a:r>
              <a:rPr lang="en-US" sz="110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</a:t>
            </a: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site web.</a:t>
            </a:r>
            <a:endParaRPr lang="en-US" sz="1100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BCF9F8EF-5F2F-99CC-913E-21A154E3D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77240"/>
            <a:ext cx="2589671" cy="40665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77F13F-F595-BD8B-87DC-83A8AC3CD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F3EA08C-CF30-B9A5-2D7D-CED0D5E5783A}"/>
              </a:ext>
            </a:extLst>
          </p:cNvPr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Les pages du site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DA24F95-65EF-D444-5B19-99F3FC2FD2A9}"/>
              </a:ext>
            </a:extLst>
          </p:cNvPr>
          <p:cNvSpPr/>
          <p:nvPr/>
        </p:nvSpPr>
        <p:spPr>
          <a:xfrm>
            <a:off x="457200" y="868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7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d'accueil</a:t>
            </a:r>
            <a:endParaRPr lang="en-US" sz="1400" dirty="0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C3FDAE9-6432-C26E-20AB-589B1F13C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3931920" cy="2194560"/>
          </a:xfrm>
          <a:prstGeom prst="rect">
            <a:avLst/>
          </a:prstGeom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DEBA83E7-86A9-415A-098C-36FDA1E632CD}"/>
              </a:ext>
            </a:extLst>
          </p:cNvPr>
          <p:cNvSpPr/>
          <p:nvPr/>
        </p:nvSpPr>
        <p:spPr>
          <a:xfrm>
            <a:off x="457200" y="35204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 clients animés en JS, navigation adaptative selon la session</a:t>
            </a:r>
            <a:endParaRPr lang="en-US" sz="11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9635CAA-1355-E427-2EAE-7520F2725AAB}"/>
              </a:ext>
            </a:extLst>
          </p:cNvPr>
          <p:cNvSpPr/>
          <p:nvPr/>
        </p:nvSpPr>
        <p:spPr>
          <a:xfrm>
            <a:off x="4754880" y="868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7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/ Inscription</a:t>
            </a:r>
            <a:endParaRPr lang="en-US" sz="1400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58E8ADDB-FB11-5DB3-42B9-D4EA3C5D53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280160"/>
            <a:ext cx="3931920" cy="2194560"/>
          </a:xfrm>
          <a:prstGeom prst="rect">
            <a:avLst/>
          </a:prstGeom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2D350655-5E7A-30ED-362B-28C88D28BE07}"/>
              </a:ext>
            </a:extLst>
          </p:cNvPr>
          <p:cNvSpPr/>
          <p:nvPr/>
        </p:nvSpPr>
        <p:spPr>
          <a:xfrm>
            <a:off x="4754880" y="35204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PHP/MySQL, hash bcrypt, messages d'erreur et de succès dynamiques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291441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Catalogue &amp; Réservation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74320" y="8686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7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Citadines &amp; Compactes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34440"/>
            <a:ext cx="2834640" cy="2011680"/>
          </a:xfrm>
          <a:prstGeom prst="rect">
            <a:avLst/>
          </a:prstGeom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3246120" y="8686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7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Berlines &amp; Supercars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234440"/>
            <a:ext cx="2834640" cy="2011680"/>
          </a:xfrm>
          <a:prstGeom prst="rect">
            <a:avLst/>
          </a:prstGeom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6217920" y="868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7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de réservation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234439"/>
            <a:ext cx="2651760" cy="3577509"/>
          </a:xfrm>
          <a:prstGeom prst="rect">
            <a:avLst/>
          </a:prstGeom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9" name="Text 4"/>
          <p:cNvSpPr/>
          <p:nvPr/>
        </p:nvSpPr>
        <p:spPr>
          <a:xfrm>
            <a:off x="274320" y="3364992"/>
            <a:ext cx="5893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véhicules</a:t>
            </a:r>
            <a:r>
              <a:rPr lang="en-US" sz="1200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organisés </a:t>
            </a:r>
            <a:r>
              <a:rPr lang="en-US" sz="1200" dirty="0" err="1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00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 </a:t>
            </a:r>
            <a:r>
              <a:rPr lang="en-US" sz="1200" dirty="0" err="1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</a:t>
            </a:r>
            <a:r>
              <a:rPr lang="en-US" sz="1200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 </a:t>
            </a:r>
            <a:r>
              <a:rPr lang="en-US" sz="1200" b="1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par jour</a:t>
            </a:r>
            <a:r>
              <a:rPr lang="en-US" sz="1200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calculé </a:t>
            </a:r>
            <a:r>
              <a:rPr lang="en-US" sz="1200" dirty="0" err="1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dynamiquement</a:t>
            </a:r>
            <a:r>
              <a:rPr lang="en-US" sz="1200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b="1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</a:t>
            </a:r>
            <a:r>
              <a:rPr lang="en-US" sz="1200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vérifiée en temps réel côté serveur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Espace personnel &amp; Administration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7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locations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3931920" cy="2194560"/>
          </a:xfrm>
          <a:prstGeom prst="rect">
            <a:avLst/>
          </a:prstGeom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457200" y="35204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personnel de chaque utilisateur, statuts colorés (en attente / confirmée / annulée)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54880" y="868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7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Administrateur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280160"/>
            <a:ext cx="3931920" cy="2194560"/>
          </a:xfrm>
          <a:prstGeom prst="rect">
            <a:avLst/>
          </a:prstGeom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8" name="Text 4"/>
          <p:cNvSpPr/>
          <p:nvPr/>
        </p:nvSpPr>
        <p:spPr>
          <a:xfrm>
            <a:off x="4754880" y="35204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complète des réservations, gestion des utilisateurs, filtres par statut et recherche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Pages secondaires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74320" y="8686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7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34440"/>
            <a:ext cx="2834640" cy="2103120"/>
          </a:xfrm>
          <a:prstGeom prst="rect">
            <a:avLst/>
          </a:prstGeom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274320" y="34290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questions fréquentes sur la réservation, les documents et les assurances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246120" y="8686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7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Mentions légales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234440"/>
            <a:ext cx="2834640" cy="2103120"/>
          </a:xfrm>
          <a:prstGeom prst="rect">
            <a:avLst/>
          </a:prstGeom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8" name="Text 4"/>
          <p:cNvSpPr/>
          <p:nvPr/>
        </p:nvSpPr>
        <p:spPr>
          <a:xfrm>
            <a:off x="3246120" y="34290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Éditeur, hébergement, RGPD, propriété intellectuelle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217920" y="8686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7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 informations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234440"/>
            <a:ext cx="2834640" cy="2103120"/>
          </a:xfrm>
          <a:prstGeom prst="rect">
            <a:avLst/>
          </a:prstGeom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pic>
      <p:sp>
        <p:nvSpPr>
          <p:cNvPr id="11" name="Text 6"/>
          <p:cNvSpPr/>
          <p:nvPr/>
        </p:nvSpPr>
        <p:spPr>
          <a:xfrm>
            <a:off x="6217920" y="34290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du projet, mission, sources des images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Base de données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7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utilisateurs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2269883"/>
              </p:ext>
            </p:extLst>
          </p:nvPr>
        </p:nvGraphicFramePr>
        <p:xfrm>
          <a:off x="457200" y="1371600"/>
          <a:ext cx="3931920" cy="2596896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Colonne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D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Clé primaire auto-incrémentée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D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 complet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D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VARCHAR(150)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Unique, identifiant de connexion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D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mot_de_passe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VARCHAR(255)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 bcrypt (jamais en clair)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D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/ admin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D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cree_le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d'inscription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754880" y="9601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7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reservations</a:t>
            </a:r>
            <a:endParaRPr lang="en-US" sz="14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8807151"/>
              </p:ext>
            </p:extLst>
          </p:nvPr>
        </p:nvGraphicFramePr>
        <p:xfrm>
          <a:off x="4754880" y="1371600"/>
          <a:ext cx="4114800" cy="2828544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Colonne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D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Clé primaire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D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VARCHAR(50)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Clé modèle (ex: 'clio', 'r8')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D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 / email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Coordonnées du client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D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telephone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 téléphonique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D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date_debut/fin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Période de location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D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assurance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tous-risques / tiers / vol-incendie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3D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8888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en_attente / confirmee / annulee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Fonctionnalités principales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283464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834640" cy="50292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84048" y="9326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sécurisée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4048" y="1508760"/>
            <a:ext cx="26517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avec vérification de doublon email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 hashé en bcrypt (PHP password_hash)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PHP (nom, email, </a:t>
            </a:r>
            <a:r>
              <a:rPr lang="en-US" sz="1150" dirty="0" err="1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</a:t>
            </a:r>
            <a:r>
              <a:rPr lang="en-US" sz="1150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</p:txBody>
      </p:sp>
      <p:sp>
        <p:nvSpPr>
          <p:cNvPr id="7" name="Shape 5"/>
          <p:cNvSpPr/>
          <p:nvPr/>
        </p:nvSpPr>
        <p:spPr>
          <a:xfrm>
            <a:off x="3246120" y="914400"/>
            <a:ext cx="283464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3246120" y="914400"/>
            <a:ext cx="2834640" cy="502920"/>
          </a:xfrm>
          <a:prstGeom prst="rect">
            <a:avLst/>
          </a:prstGeom>
          <a:solidFill>
            <a:srgbClr val="4A7FA7"/>
          </a:solidFill>
          <a:ln w="12700">
            <a:solidFill>
              <a:srgbClr val="4A7F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355848" y="9326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 dynamique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55848" y="1508760"/>
            <a:ext cx="26517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de disponibilité côté serveur (chevauchement de dates)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automatique du prix total (tarif × nb jours)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dates (passé interdit, fin &gt; début)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de confirmation avec récapitulatif complet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914400"/>
            <a:ext cx="283464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6217920" y="914400"/>
            <a:ext cx="2834640" cy="502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327648" y="9326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administrateur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27648" y="1508760"/>
            <a:ext cx="26517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: stats utilisateurs &amp; réservations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par statut (en attente / confirmée / annulée)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en temps réel (JS) par client, email, véhicule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3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 de statut, suppression sécurisée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Difficultés &amp; Apprentissages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023360" cy="109728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" y="10789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côté serveur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14173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projet avec PHP dynamique : sessions, redirections, requêtes </a:t>
            </a:r>
            <a:r>
              <a:rPr lang="en-US" sz="105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préparées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liés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la BDD. La logique serveur était nouvelle mais maîtrisée progressivement.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023360" cy="109728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84632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🗄️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40680" y="10789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 relationnelle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40680" y="14173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BDD avec clés, ENUM, et jointures. Comprendre les requêtes préparées anti-injection SQL a été un vrai apprentissage.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286000"/>
            <a:ext cx="4023360" cy="109728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572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🐛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51560" y="23591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&amp; liaisons de pages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6974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Chemins relatifs entre fichiers, redirections PHP après header(), problèmes de date (format Y-m-d vs affichage), synchronisation session/BDD.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2286000"/>
            <a:ext cx="4023360" cy="109728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84632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🖼️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440680" y="235915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images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40680" y="26974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des chemins selon l'arborescence, images en background CSS vs balise img, responsive avec object-fit.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566160"/>
            <a:ext cx="4023360" cy="109728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45720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051560" y="36393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web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39776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place du hash bcrypt correct (problème du hash par défaut dans le SQL), protection des routes admin.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3566160"/>
            <a:ext cx="4023360" cy="109728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8463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440680" y="36393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dynamique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40680" y="39776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du prix en temps réel, popups sans rechargement, avis clients animés, gestion des états d'affichage.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B443D9-C7E7-30F2-19C0-7B179F4FF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B275015-59F4-B2DA-2576-80506B342679}"/>
              </a:ext>
            </a:extLst>
          </p:cNvPr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</a:t>
            </a:r>
            <a:r>
              <a:rPr lang="en-US" sz="2800" b="1" dirty="0" err="1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Améliorations</a:t>
            </a:r>
            <a:r>
              <a:rPr lang="en-US" sz="28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possibles</a:t>
            </a:r>
            <a:endParaRPr lang="en-US" sz="28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548BAC4-B450-8E2D-A087-8E1BA9C00DCD}"/>
              </a:ext>
            </a:extLst>
          </p:cNvPr>
          <p:cNvSpPr/>
          <p:nvPr/>
        </p:nvSpPr>
        <p:spPr>
          <a:xfrm>
            <a:off x="365760" y="1005840"/>
            <a:ext cx="4023360" cy="109728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CBAA51F-FE4F-CD19-8F9D-EF85A025C830}"/>
              </a:ext>
            </a:extLst>
          </p:cNvPr>
          <p:cNvSpPr/>
          <p:nvPr/>
        </p:nvSpPr>
        <p:spPr>
          <a:xfrm>
            <a:off x="45720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3DAE5E3-3C30-25CA-2B44-C32B11CDBBA9}"/>
              </a:ext>
            </a:extLst>
          </p:cNvPr>
          <p:cNvSpPr/>
          <p:nvPr/>
        </p:nvSpPr>
        <p:spPr>
          <a:xfrm>
            <a:off x="555171" y="1078992"/>
            <a:ext cx="369678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Scanneur</a:t>
            </a: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documents</a:t>
            </a:r>
            <a:endParaRPr lang="en-US" sz="13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A419B3-7653-6965-6156-A185F33E682F}"/>
              </a:ext>
            </a:extLst>
          </p:cNvPr>
          <p:cNvSpPr/>
          <p:nvPr/>
        </p:nvSpPr>
        <p:spPr>
          <a:xfrm>
            <a:off x="555171" y="1417320"/>
            <a:ext cx="369678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/>
              <a:t>Pouvoir</a:t>
            </a:r>
            <a:r>
              <a:rPr lang="en-US" sz="1050" dirty="0"/>
              <a:t> verifier avec un </a:t>
            </a:r>
            <a:r>
              <a:rPr lang="en-US" sz="1050" dirty="0" err="1"/>
              <a:t>scanneur</a:t>
            </a:r>
            <a:r>
              <a:rPr lang="en-US" sz="1050" dirty="0"/>
              <a:t> les pieces </a:t>
            </a:r>
            <a:r>
              <a:rPr lang="en-US" sz="1050" dirty="0" err="1"/>
              <a:t>d’identité</a:t>
            </a:r>
            <a:r>
              <a:rPr lang="en-US" sz="1050" dirty="0"/>
              <a:t>, le </a:t>
            </a:r>
            <a:r>
              <a:rPr lang="en-US" sz="1050" dirty="0" err="1"/>
              <a:t>permis</a:t>
            </a:r>
            <a:r>
              <a:rPr lang="en-US" sz="1050" dirty="0"/>
              <a:t> et </a:t>
            </a:r>
            <a:r>
              <a:rPr lang="en-US" sz="1050" dirty="0" err="1"/>
              <a:t>autres</a:t>
            </a:r>
            <a:r>
              <a:rPr lang="en-US" sz="1050" dirty="0"/>
              <a:t> documents pour verifier </a:t>
            </a:r>
            <a:r>
              <a:rPr lang="en-US" sz="1050" dirty="0" err="1"/>
              <a:t>s’ils</a:t>
            </a:r>
            <a:r>
              <a:rPr lang="en-US" sz="1050" dirty="0"/>
              <a:t> </a:t>
            </a:r>
            <a:r>
              <a:rPr lang="en-US" sz="1050" dirty="0" err="1"/>
              <a:t>sont</a:t>
            </a:r>
            <a:r>
              <a:rPr lang="en-US" sz="1050" dirty="0"/>
              <a:t> </a:t>
            </a:r>
            <a:r>
              <a:rPr lang="en-US" sz="1050" dirty="0" err="1"/>
              <a:t>valables</a:t>
            </a:r>
            <a:r>
              <a:rPr lang="en-US" sz="1050" dirty="0"/>
              <a:t>.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6632DE5-8F9D-8FFC-1B93-B6D1D0E16061}"/>
              </a:ext>
            </a:extLst>
          </p:cNvPr>
          <p:cNvSpPr/>
          <p:nvPr/>
        </p:nvSpPr>
        <p:spPr>
          <a:xfrm>
            <a:off x="4754880" y="1005840"/>
            <a:ext cx="4023360" cy="109728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CF29569-9B2C-4CDD-15C6-837C85CCC920}"/>
              </a:ext>
            </a:extLst>
          </p:cNvPr>
          <p:cNvSpPr/>
          <p:nvPr/>
        </p:nvSpPr>
        <p:spPr>
          <a:xfrm>
            <a:off x="484632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DD02F0A-538E-FCD2-7405-2BBDD34DF1A1}"/>
              </a:ext>
            </a:extLst>
          </p:cNvPr>
          <p:cNvSpPr/>
          <p:nvPr/>
        </p:nvSpPr>
        <p:spPr>
          <a:xfrm>
            <a:off x="4950823" y="1078992"/>
            <a:ext cx="369025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3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5678E05-4ACE-BD82-404F-D86AE50549B2}"/>
              </a:ext>
            </a:extLst>
          </p:cNvPr>
          <p:cNvSpPr/>
          <p:nvPr/>
        </p:nvSpPr>
        <p:spPr>
          <a:xfrm>
            <a:off x="4950823" y="1417320"/>
            <a:ext cx="369025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Pouvoir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accéder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la page location sans </a:t>
            </a:r>
            <a:r>
              <a:rPr lang="en-US" sz="105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avoir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compte. Pour voir </a:t>
            </a:r>
            <a:r>
              <a:rPr lang="en-US" sz="105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</a:t>
            </a:r>
            <a:r>
              <a:rPr lang="en-US" sz="105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descriptif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voir et </a:t>
            </a:r>
            <a:r>
              <a:rPr lang="en-US" sz="105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plus le bouton </a:t>
            </a:r>
            <a:r>
              <a:rPr lang="en-US" sz="105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louer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qui renvoi vers </a:t>
            </a:r>
            <a:r>
              <a:rPr lang="en-US" sz="105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70B90B0-C15E-F16D-0D41-246D79287833}"/>
              </a:ext>
            </a:extLst>
          </p:cNvPr>
          <p:cNvSpPr/>
          <p:nvPr/>
        </p:nvSpPr>
        <p:spPr>
          <a:xfrm>
            <a:off x="365760" y="2286000"/>
            <a:ext cx="4023360" cy="109728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11A423A-3243-5BE5-9E90-0EFC8C748152}"/>
              </a:ext>
            </a:extLst>
          </p:cNvPr>
          <p:cNvSpPr/>
          <p:nvPr/>
        </p:nvSpPr>
        <p:spPr>
          <a:xfrm>
            <a:off x="4572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E2E9E70-FA53-44D2-0EB8-D1A54C95C382}"/>
              </a:ext>
            </a:extLst>
          </p:cNvPr>
          <p:cNvSpPr/>
          <p:nvPr/>
        </p:nvSpPr>
        <p:spPr>
          <a:xfrm>
            <a:off x="555171" y="2359152"/>
            <a:ext cx="369678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</a:t>
            </a:r>
            <a:r>
              <a:rPr lang="en-US" sz="1300" b="1" dirty="0" err="1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constructeurs</a:t>
            </a: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492E787-CF8A-7F99-327E-3F893665F433}"/>
              </a:ext>
            </a:extLst>
          </p:cNvPr>
          <p:cNvSpPr/>
          <p:nvPr/>
        </p:nvSpPr>
        <p:spPr>
          <a:xfrm>
            <a:off x="555171" y="2697480"/>
            <a:ext cx="369678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/>
              <a:t>Améliorer</a:t>
            </a:r>
            <a:r>
              <a:rPr lang="en-US" sz="1050" dirty="0"/>
              <a:t> le descriptive des voitures et </a:t>
            </a:r>
            <a:r>
              <a:rPr lang="en-US" sz="1050" dirty="0" err="1"/>
              <a:t>mettre</a:t>
            </a:r>
            <a:r>
              <a:rPr lang="en-US" sz="1050" dirty="0"/>
              <a:t> un lien vers le </a:t>
            </a:r>
            <a:r>
              <a:rPr lang="en-US" sz="1050" dirty="0" err="1"/>
              <a:t>constructeur</a:t>
            </a:r>
            <a:r>
              <a:rPr lang="en-US" sz="1050" dirty="0"/>
              <a:t> des </a:t>
            </a:r>
            <a:r>
              <a:rPr lang="en-US" sz="1050" dirty="0" err="1"/>
              <a:t>véhicules</a:t>
            </a:r>
            <a:endParaRPr lang="en-US" sz="105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83BDBBD-690C-9F9A-FCBD-F6C87ABC0EE8}"/>
              </a:ext>
            </a:extLst>
          </p:cNvPr>
          <p:cNvSpPr/>
          <p:nvPr/>
        </p:nvSpPr>
        <p:spPr>
          <a:xfrm>
            <a:off x="4754880" y="2286000"/>
            <a:ext cx="4023360" cy="109728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94546AC-CA6F-F109-E016-31F37C39DA96}"/>
              </a:ext>
            </a:extLst>
          </p:cNvPr>
          <p:cNvSpPr/>
          <p:nvPr/>
        </p:nvSpPr>
        <p:spPr>
          <a:xfrm>
            <a:off x="484632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FE49C41-7048-5E46-7D59-1445D04B1CBA}"/>
              </a:ext>
            </a:extLst>
          </p:cNvPr>
          <p:cNvSpPr/>
          <p:nvPr/>
        </p:nvSpPr>
        <p:spPr>
          <a:xfrm>
            <a:off x="4950823" y="2359152"/>
            <a:ext cx="369025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3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97E07D5-3C2F-9FF1-02FF-648A8B3C5D61}"/>
              </a:ext>
            </a:extLst>
          </p:cNvPr>
          <p:cNvSpPr/>
          <p:nvPr/>
        </p:nvSpPr>
        <p:spPr>
          <a:xfrm>
            <a:off x="4950823" y="2697480"/>
            <a:ext cx="369025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Développer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sécurité du site internet pour le render </a:t>
            </a:r>
            <a:r>
              <a:rPr lang="en-US" sz="105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vulnerable aux </a:t>
            </a:r>
            <a:r>
              <a:rPr lang="en-US" sz="105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attaques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extérieur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71DD548F-0A51-0B52-7811-AA9EC23B1758}"/>
              </a:ext>
            </a:extLst>
          </p:cNvPr>
          <p:cNvSpPr/>
          <p:nvPr/>
        </p:nvSpPr>
        <p:spPr>
          <a:xfrm>
            <a:off x="365760" y="3566160"/>
            <a:ext cx="4023360" cy="109728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61B4EE7-274E-7307-F93E-3FD8C6FBCB5C}"/>
              </a:ext>
            </a:extLst>
          </p:cNvPr>
          <p:cNvSpPr/>
          <p:nvPr/>
        </p:nvSpPr>
        <p:spPr>
          <a:xfrm>
            <a:off x="45720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69B9C83-E10E-19A1-10FF-4EFFC8E725B2}"/>
              </a:ext>
            </a:extLst>
          </p:cNvPr>
          <p:cNvSpPr/>
          <p:nvPr/>
        </p:nvSpPr>
        <p:spPr>
          <a:xfrm>
            <a:off x="555171" y="3639312"/>
            <a:ext cx="369678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 de </a:t>
            </a:r>
            <a:r>
              <a:rPr lang="en-US" sz="1300" b="1" dirty="0" err="1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</a:t>
            </a:r>
            <a:endParaRPr lang="en-US" sz="13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CD39136-B00E-14CD-63C9-DB3952EBE10A}"/>
              </a:ext>
            </a:extLst>
          </p:cNvPr>
          <p:cNvSpPr/>
          <p:nvPr/>
        </p:nvSpPr>
        <p:spPr>
          <a:xfrm>
            <a:off x="555171" y="3977640"/>
            <a:ext cx="369678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Rajouter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moyen de </a:t>
            </a:r>
            <a:r>
              <a:rPr lang="en-US" sz="105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avec sécurité et verification de la carte </a:t>
            </a:r>
            <a:r>
              <a:rPr lang="en-US" sz="105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site </a:t>
            </a:r>
            <a:r>
              <a:rPr lang="en-US" sz="105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</a:t>
            </a:r>
            <a:endParaRPr lang="en-US" sz="105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FA4F4B02-A979-B1E0-FF10-B58B82E228B2}"/>
              </a:ext>
            </a:extLst>
          </p:cNvPr>
          <p:cNvSpPr/>
          <p:nvPr/>
        </p:nvSpPr>
        <p:spPr>
          <a:xfrm>
            <a:off x="4754880" y="3566160"/>
            <a:ext cx="4023360" cy="109728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97DD574-0ADF-6660-AC3A-6D4118780425}"/>
              </a:ext>
            </a:extLst>
          </p:cNvPr>
          <p:cNvSpPr/>
          <p:nvPr/>
        </p:nvSpPr>
        <p:spPr>
          <a:xfrm>
            <a:off x="48463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37B346CE-7AD3-A870-BCD6-E7E0CA6392E9}"/>
              </a:ext>
            </a:extLst>
          </p:cNvPr>
          <p:cNvSpPr/>
          <p:nvPr/>
        </p:nvSpPr>
        <p:spPr>
          <a:xfrm>
            <a:off x="4950823" y="3639312"/>
            <a:ext cx="369025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</a:t>
            </a: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</a:t>
            </a:r>
            <a:endParaRPr lang="en-US" sz="13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60E32D49-FBF2-2864-BFCE-72400601001D}"/>
              </a:ext>
            </a:extLst>
          </p:cNvPr>
          <p:cNvSpPr/>
          <p:nvPr/>
        </p:nvSpPr>
        <p:spPr>
          <a:xfrm>
            <a:off x="4950823" y="3977640"/>
            <a:ext cx="369025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différentes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polices, faire plus de jeux de couleurs, </a:t>
            </a:r>
            <a:r>
              <a:rPr lang="en-US" sz="105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images </a:t>
            </a:r>
            <a:r>
              <a:rPr lang="en-US" sz="105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dynamique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rendre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site responsive. </a:t>
            </a:r>
            <a:r>
              <a:rPr lang="en-US" sz="105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Rajouter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quelques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véhicules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éléments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originaux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05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Améliorer</a:t>
            </a: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avis clients.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741400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36576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64592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attention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914400" y="2514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4A7F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RentaKar — Projet Web Dynamique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1371600" y="3200400"/>
            <a:ext cx="2103120" cy="594360"/>
          </a:xfrm>
          <a:prstGeom prst="rect">
            <a:avLst/>
          </a:prstGeom>
          <a:solidFill>
            <a:srgbClr val="4A7FA7"/>
          </a:solidFill>
          <a:ln w="12700">
            <a:solidFill>
              <a:srgbClr val="4A7F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1371600" y="32004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100% fonctionnel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749040" y="3200400"/>
            <a:ext cx="2103120" cy="594360"/>
          </a:xfrm>
          <a:prstGeom prst="rect">
            <a:avLst/>
          </a:prstGeom>
          <a:solidFill>
            <a:srgbClr val="4A7FA7"/>
          </a:solidFill>
          <a:ln w="12700">
            <a:solidFill>
              <a:srgbClr val="4A7F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3749040" y="32004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PHP/MySQL sécurisé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26480" y="3200400"/>
            <a:ext cx="2103120" cy="594360"/>
          </a:xfrm>
          <a:prstGeom prst="rect">
            <a:avLst/>
          </a:prstGeom>
          <a:solidFill>
            <a:srgbClr val="4A7FA7"/>
          </a:solidFill>
          <a:ln w="12700">
            <a:solidFill>
              <a:srgbClr val="4A7FA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6126480" y="32004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admin complète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 Nanterre Université – HTML / CSS / JS / PHP / MySQL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963</Words>
  <Application>Microsoft Office PowerPoint</Application>
  <PresentationFormat>Affichage à l'écran (16:9)</PresentationFormat>
  <Paragraphs>192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RentaKar – Présentation du projet</dc:title>
  <dc:subject>PptxGenJS Presentation</dc:subject>
  <dc:creator>PptxGenJS</dc:creator>
  <cp:lastModifiedBy>ilyess Bouyahia</cp:lastModifiedBy>
  <cp:revision>14</cp:revision>
  <dcterms:created xsi:type="dcterms:W3CDTF">2026-04-19T21:36:50Z</dcterms:created>
  <dcterms:modified xsi:type="dcterms:W3CDTF">2026-04-30T17:03:45Z</dcterms:modified>
</cp:coreProperties>
</file>